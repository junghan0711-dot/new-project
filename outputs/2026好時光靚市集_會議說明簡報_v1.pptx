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99ddf6313f4a1c" /><Relationship Type="http://schemas.openxmlformats.org/officeDocument/2006/relationships/extended-properties" Target="/docProps/app.xml" Id="R55fb7e7c61b346f6" /><Relationship Type="http://schemas.openxmlformats.org/officeDocument/2006/relationships/officeDocument" Target="/ppt/presentation.xml" Id="Rdc4a86914f1e4c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1be6b820be47d2"/>
  </p:sldMasterIdLst>
  <p:notesMasterIdLst>
    <p:notesMasterId xmlns:r="http://schemas.openxmlformats.org/officeDocument/2006/relationships" r:id="R64e0a415acb14864"/>
  </p:notesMasterIdLst>
  <p:sldIdLst>
    <p:sldId xmlns:r="http://schemas.openxmlformats.org/officeDocument/2006/relationships" id="256" r:id="R0c7e80addde448b8"/>
    <p:sldId xmlns:r="http://schemas.openxmlformats.org/officeDocument/2006/relationships" id="257" r:id="R123d6405206040bf"/>
    <p:sldId xmlns:r="http://schemas.openxmlformats.org/officeDocument/2006/relationships" id="258" r:id="Re53fda8281ed41d5"/>
    <p:sldId xmlns:r="http://schemas.openxmlformats.org/officeDocument/2006/relationships" id="259" r:id="R496620ddfea34f33"/>
    <p:sldId xmlns:r="http://schemas.openxmlformats.org/officeDocument/2006/relationships" id="260" r:id="R4a90f86b64eb401b"/>
    <p:sldId xmlns:r="http://schemas.openxmlformats.org/officeDocument/2006/relationships" id="261" r:id="R7de1e12436884a1c"/>
    <p:sldId xmlns:r="http://schemas.openxmlformats.org/officeDocument/2006/relationships" id="262" r:id="Rdf14b5abdd3a4a3e"/>
    <p:sldId xmlns:r="http://schemas.openxmlformats.org/officeDocument/2006/relationships" id="263" r:id="R9c19d6a8419b4e22"/>
    <p:sldId xmlns:r="http://schemas.openxmlformats.org/officeDocument/2006/relationships" id="264" r:id="Rf4dd81fd10f649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697f12f7d4cfd" /><Relationship Type="http://schemas.openxmlformats.org/officeDocument/2006/relationships/slideMaster" Target="/ppt/slideMasters/slideMaster1.xml" Id="R461be6b820be47d2" /><Relationship Type="http://schemas.openxmlformats.org/officeDocument/2006/relationships/notesMaster" Target="/ppt/notesMasters/notesMaster1.xml" Id="R64e0a415acb14864" /><Relationship Type="http://schemas.openxmlformats.org/officeDocument/2006/relationships/presProps" Target="/ppt/presProps.xml" Id="Rf148a9bf861744f4" /><Relationship Type="http://schemas.openxmlformats.org/officeDocument/2006/relationships/tableStyles" Target="/ppt/tableStyles.xml" Id="R3e3888d856f24126" /><Relationship Type="http://schemas.openxmlformats.org/officeDocument/2006/relationships/slide" Target="/ppt/slides/slide1.xml" Id="R0c7e80addde448b8" /><Relationship Type="http://schemas.openxmlformats.org/officeDocument/2006/relationships/slide" Target="/ppt/slides/slide2.xml" Id="R123d6405206040bf" /><Relationship Type="http://schemas.openxmlformats.org/officeDocument/2006/relationships/slide" Target="/ppt/slides/slide3.xml" Id="Re53fda8281ed41d5" /><Relationship Type="http://schemas.openxmlformats.org/officeDocument/2006/relationships/slide" Target="/ppt/slides/slide4.xml" Id="R496620ddfea34f33" /><Relationship Type="http://schemas.openxmlformats.org/officeDocument/2006/relationships/slide" Target="/ppt/slides/slide5.xml" Id="R4a90f86b64eb401b" /><Relationship Type="http://schemas.openxmlformats.org/officeDocument/2006/relationships/slide" Target="/ppt/slides/slide6.xml" Id="R7de1e12436884a1c" /><Relationship Type="http://schemas.openxmlformats.org/officeDocument/2006/relationships/slide" Target="/ppt/slides/slide7.xml" Id="Rdf14b5abdd3a4a3e" /><Relationship Type="http://schemas.openxmlformats.org/officeDocument/2006/relationships/slide" Target="/ppt/slides/slide8.xml" Id="R9c19d6a8419b4e22" /><Relationship Type="http://schemas.openxmlformats.org/officeDocument/2006/relationships/slide" Target="/ppt/slides/slide9.xml" Id="Rf4dd81fd10f649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af1902083c4c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b0f5a205245d9" /><Relationship Type="http://schemas.openxmlformats.org/officeDocument/2006/relationships/notesMaster" Target="/ppt/notesMasters/notesMaster1.xml" Id="R349ff0edf4454b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3ae73cdca3476a" /><Relationship Type="http://schemas.openxmlformats.org/officeDocument/2006/relationships/notesMaster" Target="/ppt/notesMasters/notesMaster1.xml" Id="Rb994690b79f0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c2b2735a84778" /><Relationship Type="http://schemas.openxmlformats.org/officeDocument/2006/relationships/notesMaster" Target="/ppt/notesMasters/notesMaster1.xml" Id="Ra6d7baf5bd1946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1ad820424c4646" /><Relationship Type="http://schemas.openxmlformats.org/officeDocument/2006/relationships/notesMaster" Target="/ppt/notesMasters/notesMaster1.xml" Id="Rb64e0bc255174a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6c2ee1569343f6" /><Relationship Type="http://schemas.openxmlformats.org/officeDocument/2006/relationships/notesMaster" Target="/ppt/notesMasters/notesMaster1.xml" Id="R52cb178e26b4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9fd5c5020d408f" /><Relationship Type="http://schemas.openxmlformats.org/officeDocument/2006/relationships/notesMaster" Target="/ppt/notesMasters/notesMaster1.xml" Id="Rdc32098f39ac41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13933e72654712" /><Relationship Type="http://schemas.openxmlformats.org/officeDocument/2006/relationships/notesMaster" Target="/ppt/notesMasters/notesMaster1.xml" Id="R1f22f3e1e72d40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da42bac95746c9" /><Relationship Type="http://schemas.openxmlformats.org/officeDocument/2006/relationships/notesMaster" Target="/ppt/notesMasters/notesMaster1.xml" Id="R5e609945078b4a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1aa3230d504d35" /><Relationship Type="http://schemas.openxmlformats.org/officeDocument/2006/relationships/notesMaster" Target="/ppt/notesMasters/notesMaster1.xml" Id="R46e2a135c7334e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f964f04214f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879a9d75a94ed8" /><Relationship Type="http://schemas.openxmlformats.org/officeDocument/2006/relationships/slideLayout" Target="/ppt/slideLayouts/slideLayout1.xml" Id="Rbf774674dd7746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774674dd7746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d91529d2e4008" /><Relationship Type="http://schemas.openxmlformats.org/officeDocument/2006/relationships/notesSlide" Target="/ppt/notesSlides/notesSlide1.xml" Id="R91977822d03448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f893a95024a20" /><Relationship Type="http://schemas.openxmlformats.org/officeDocument/2006/relationships/notesSlide" Target="/ppt/notesSlides/notesSlide2.xml" Id="Raf3af77de48842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4bd21774342df" /><Relationship Type="http://schemas.openxmlformats.org/officeDocument/2006/relationships/notesSlide" Target="/ppt/notesSlides/notesSlide3.xml" Id="Rfcd34522d4cf47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ca6c2022e4607" /><Relationship Type="http://schemas.openxmlformats.org/officeDocument/2006/relationships/notesSlide" Target="/ppt/notesSlides/notesSlide4.xml" Id="Ra531282626d54a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49b95ef0a40f2" /><Relationship Type="http://schemas.openxmlformats.org/officeDocument/2006/relationships/notesSlide" Target="/ppt/notesSlides/notesSlide5.xml" Id="R003d00a4281144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3b8231ffb45f7" /><Relationship Type="http://schemas.openxmlformats.org/officeDocument/2006/relationships/notesSlide" Target="/ppt/notesSlides/notesSlide6.xml" Id="R74ccdf7ce0c64b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d9a5ff7c74072" /><Relationship Type="http://schemas.openxmlformats.org/officeDocument/2006/relationships/notesSlide" Target="/ppt/notesSlides/notesSlide7.xml" Id="Rec6b9f66d74e41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0587db11749c6" /><Relationship Type="http://schemas.openxmlformats.org/officeDocument/2006/relationships/notesSlide" Target="/ppt/notesSlides/notesSlide8.xml" Id="R1fc21d82c3b048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0ee64cc340d4" /><Relationship Type="http://schemas.openxmlformats.org/officeDocument/2006/relationships/notesSlide" Target="/ppt/notesSlides/notesSlide9.xml" Id="R3aad7af7a4a048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C639A-4E5C-4CC6-9B27-C9BDE4E3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287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2026好時光・靚市集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CA941-255A-4259-BBE8-B5353F9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1D5DB"/>
                </a:solidFill>
              </a:defRPr>
            </a:pPr>
            <a:r>
              <a:rPr sz="2250" b="0">
                <a:solidFill>
                  <a:srgbClr val="D1D5DB"/>
                </a:solidFill>
              </a:rPr>
              <a:t>活動執行架構與會議說明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B077D-EC5F-4268-93E0-F487363A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A3AF"/>
                </a:solidFill>
              </a:defRPr>
            </a:pPr>
            <a:r>
              <a:rPr sz="1500" b="0">
                <a:solidFill>
                  <a:srgbClr val="9CA3AF"/>
                </a:solidFill>
              </a:rPr>
              <a:t>台南市藍晒圖文創園區｜2026年10月3日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39840-BF9F-44B5-8197-999F5FDB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2857500" cy="34290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今天要讓大家看懂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1. 整體怎麼分工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2. 時程怎麼推進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3. 會議後要補什麼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4. 活動當天怎麼控場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5A470-F07F-4A79-886D-15D62C8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C3D00-3AFB-4013-B9C8-31EA592E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</a:defRPr>
            </a:pPr>
            <a:r>
              <a:rPr sz="1425" b="0">
                <a:solidFill>
                  <a:srgbClr val="E5E7EB"/>
                </a:solidFill>
              </a:rPr>
              <a:t>核心原則：所有資訊回到總控表，同仁依任務、負責人、期限推進。</a:t>
            </a:r>
          </a:p>
        </p:txBody>
      </p:sp>
    </p:spTree>
    <p:extLst>
      <p:ext uri="{BB962C8B-B14F-4D97-AF65-F5344CB8AC3E}">
        <p14:creationId xmlns:p14="http://schemas.microsoft.com/office/powerpoint/2010/main" val="150968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B54B9-5F9F-4908-AC2E-E3B2062D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這不是一張表，而是一套活動作戰系統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F87F4-0797-4717-8BF0-0416498D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總控表負責追蹤；這份簡報負責讓大家先看懂怎麼運作。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D2EC6-47EF-499C-8F87-A019828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26289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9525">
            <a:solidFill>
              <a:srgbClr val="0071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活動總控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單一版本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A555D-FFF2-4D75-A38A-3862A11C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62125"/>
            <a:ext cx="2333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場地配置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攤位・動線・電力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1C9CE-27C9-42EF-9F9F-0936D19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333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參與單位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名單・需求・攤商須知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60404-F2CE-4291-AF2A-09F157D2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257300"/>
            <a:ext cx="2333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C76B1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宣傳行銷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素材・投放・媒體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505A1-E1CF-4B7C-94F1-2907B0D8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38625"/>
            <a:ext cx="2333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舞台活動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流程・主持・表演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9E193-CB05-418F-87B1-60A90978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62125"/>
            <a:ext cx="2333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人力服務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分工・服務台・培訓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3114D-B5E6-4348-B0FE-F794B41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2333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EED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行政風險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預算・保險・應變</a:t>
            </a:r>
          </a:p>
        </p:txBody>
      </p:sp>
      <p:cxnSp>
        <p:nvCxnSpPr>
          <p:cNvPr id="26" name=""/>
          <p:cNvCxnSpPr>
            <a:stCxn xmlns:a="http://schemas.openxmlformats.org/drawingml/2006/main" id="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3362325" y="2181225"/>
            <a:ext cx="1419225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dash"/>
            <a:headEnd type="arrow" w="sm" len="sm"/>
          </a:ln>
        </p:spPr>
      </p:cxnSp>
      <p:cxnSp>
        <p:nvCxnSpPr>
          <p:cNvPr id="27" name=""/>
          <p:cNvCxnSpPr>
            <a:stCxn xmlns:a="http://schemas.openxmlformats.org/drawingml/2006/main" id="3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3362325" y="2914650"/>
            <a:ext cx="1419225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dash"/>
            <a:headEnd type="arrow" w="sm" len="sm"/>
          </a:ln>
        </p:spPr>
      </p:cxnSp>
      <p:cxnSp>
        <p:nvCxnSpPr>
          <p:cNvPr id="28" name=""/>
          <p:cNvCxnSpPr>
            <a:stCxn xmlns:a="http://schemas.openxmlformats.org/drawingml/2006/main" id="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V="1">
            <a:off x="4552950" y="1676400"/>
            <a:ext cx="24669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AA7B8"/>
            </a:solidFill>
            <a:prstDash val="dash"/>
            <a:headEnd type="arrow" w="sm" len="sm"/>
          </a:ln>
        </p:spPr>
      </p:cxnSp>
      <p:cxnSp>
        <p:nvCxnSpPr>
          <p:cNvPr id="29" name=""/>
          <p:cNvCxnSpPr>
            <a:stCxn xmlns:a="http://schemas.openxmlformats.org/drawingml/2006/main" id="3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>
            <a:off x="4552950" y="2914650"/>
            <a:ext cx="2466975" cy="17430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AA7B8"/>
            </a:solidFill>
            <a:prstDash val="dash"/>
            <a:headEnd type="arrow" w="sm" len="sm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410450" y="2181225"/>
            <a:ext cx="47625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dash"/>
            <a:headEnd type="arrow" w="sm" len="sm"/>
          </a:ln>
        </p:spPr>
      </p:cxnSp>
      <p:cxnSp>
        <p:nvCxnSpPr>
          <p:cNvPr id="31" name=""/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10450" y="2914650"/>
            <a:ext cx="4762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dash"/>
            <a:head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02E5D-3FDC-426D-933A-128DDF0E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會議時先對齊這六條工作流，接著才回到任務清單逐項分派。</a:t>
            </a:r>
          </a:p>
        </p:txBody>
      </p:sp>
    </p:spTree>
    <p:extLst>
      <p:ext uri="{BB962C8B-B14F-4D97-AF65-F5344CB8AC3E}">
        <p14:creationId xmlns:p14="http://schemas.microsoft.com/office/powerpoint/2010/main" val="1382456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A27FD4-6EDC-4A60-8B5F-F6D5BAF3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四期推進，把活動從概念推到結案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E0894-FF49-4339-B9C6-1A85857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每一期都有清楚目標、交付物與主責組，不讓工作只停在討論。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2BA5B-82B1-43F7-BA5F-F335560C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333625" cy="261937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CE857-4983-48FD-905A-2CADB19B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1E3"/>
                </a:solidFill>
              </a:defRPr>
            </a:pPr>
            <a:r>
              <a:rPr sz="2250" b="1">
                <a:solidFill>
                  <a:srgbClr val="0071E3"/>
                </a:solidFill>
              </a:rPr>
              <a:t>第一期</a:t>
            </a:r>
          </a:p>
          <a:p xmlns:a="http://schemas.openxmlformats.org/drawingml/2006/main">
            <a:pPr algn="ctr">
              <a:defRPr sz="2250" b="1">
                <a:solidFill>
                  <a:srgbClr val="0071E3"/>
                </a:solidFill>
              </a:defRPr>
            </a:pPr>
            <a:r>
              <a:rPr sz="2250" b="1">
                <a:solidFill>
                  <a:srgbClr val="0071E3"/>
                </a:solidFill>
              </a:rPr>
              <a:t>籌備啟動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234BC-CF07-4716-AEEE-288B175D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7/1-7/14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B74C8-C84B-4C26-B897-A098C619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預算、分工、場勘、保險、招商、主視覺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3A542-5EFB-476C-A1B8-2A05EE96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38350"/>
            <a:ext cx="2333625" cy="261937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6765E-F475-4729-8A1C-31BCE2D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383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8A5A"/>
                </a:solidFill>
              </a:defRPr>
            </a:pPr>
            <a:r>
              <a:rPr sz="2250" b="1">
                <a:solidFill>
                  <a:srgbClr val="1B8A5A"/>
                </a:solidFill>
              </a:rPr>
              <a:t>第二期</a:t>
            </a:r>
          </a:p>
          <a:p xmlns:a="http://schemas.openxmlformats.org/drawingml/2006/main">
            <a:pPr algn="ctr">
              <a:defRPr sz="2250" b="1">
                <a:solidFill>
                  <a:srgbClr val="1B8A5A"/>
                </a:solidFill>
              </a:defRPr>
            </a:pPr>
            <a:r>
              <a:rPr sz="2250" b="1">
                <a:solidFill>
                  <a:srgbClr val="1B8A5A"/>
                </a:solidFill>
              </a:rPr>
              <a:t>宣傳造勢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FCCF7-CEC6-4D90-B6B5-12FAEC21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71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7/15-8/31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D129A-2269-4674-BEE5-5CFAEA8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5242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素材、攤位、證件、獎品、工讀生、戶外廣告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2237E-D36F-4CFE-B1B1-B7227F8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2333625" cy="261937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C76B1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9CA6B-D6CD-472A-AC1B-153420F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6B19"/>
                </a:solidFill>
              </a:defRPr>
            </a:pPr>
            <a:r>
              <a:rPr sz="2250" b="1">
                <a:solidFill>
                  <a:srgbClr val="C76B19"/>
                </a:solidFill>
              </a:rPr>
              <a:t>第三期</a:t>
            </a:r>
          </a:p>
          <a:p xmlns:a="http://schemas.openxmlformats.org/drawingml/2006/main">
            <a:pPr algn="ctr">
              <a:defRPr sz="2250" b="1">
                <a:solidFill>
                  <a:srgbClr val="C76B19"/>
                </a:solidFill>
              </a:defRPr>
            </a:pPr>
            <a:r>
              <a:rPr sz="2250" b="1">
                <a:solidFill>
                  <a:srgbClr val="C76B19"/>
                </a:solidFill>
              </a:rPr>
              <a:t>決戰執行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E5AD9-6678-4C24-AAB4-261A8ACB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9/1-10/3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C05FD-5C44-49DB-8DA4-FDDE0401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物料、配置定稿、工作手冊、培訓、當日控場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EA3A9-3D54-45B5-A2FB-88E53B67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38350"/>
            <a:ext cx="2333625" cy="261937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F23B0-0442-4070-A760-51271A48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383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941C6"/>
                </a:solidFill>
              </a:defRPr>
            </a:pPr>
            <a:r>
              <a:rPr sz="2250" b="1">
                <a:solidFill>
                  <a:srgbClr val="6941C6"/>
                </a:solidFill>
              </a:rPr>
              <a:t>第四期</a:t>
            </a:r>
          </a:p>
          <a:p xmlns:a="http://schemas.openxmlformats.org/drawingml/2006/main">
            <a:pPr algn="ctr">
              <a:defRPr sz="2250" b="1">
                <a:solidFill>
                  <a:srgbClr val="6941C6"/>
                </a:solidFill>
              </a:defRPr>
            </a:pPr>
            <a:r>
              <a:rPr sz="2250" b="1">
                <a:solidFill>
                  <a:srgbClr val="6941C6"/>
                </a:solidFill>
              </a:rPr>
              <a:t>收尾結案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C3952-BD0E-4950-ACF9-9CF07DB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71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10/4-10/23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CE227-1CB1-4AA9-A536-6A9C4F1B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5242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媒體素材、社群曝光、核銷、成果報告、檢討</a:t>
            </a:r>
          </a:p>
        </p:txBody>
      </p:sp>
      <p:cxnSp>
        <p:nvCxnSpPr>
          <p:cNvPr id="41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76575" y="33480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29300" y="33480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82025" y="33480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83C77-6C2F-441F-B662-871D19E1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今天會議的重點在第一期：先把人、圖、表單、視覺、保險定下來。</a:t>
            </a:r>
          </a:p>
        </p:txBody>
      </p:sp>
    </p:spTree>
    <p:extLst>
      <p:ext uri="{BB962C8B-B14F-4D97-AF65-F5344CB8AC3E}">
        <p14:creationId xmlns:p14="http://schemas.microsoft.com/office/powerpoint/2010/main" val="1491509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CE2A0-A83A-4BEC-B556-DF3D15AA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會議決議要變成任務，才會真的往前走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23B44-5C88-480D-87BB-CBC84FE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所有討論都進入同一條流轉路徑：決議、派工、交付、檢核、更新。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219A8-55C6-49C4-9961-175C6646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6192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會議決議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確認要做什麼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A6A6B-8CBD-43AB-BDF8-F77BD7A8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16192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指派負責人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一件事一個主責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A4EFC-86B8-4359-BD77-61C0C647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16192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交付物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圖面、名單、素材、表單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71DC0-3E8B-4438-8F99-D3050DED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6192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檢核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總控表更新狀態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C8772-1C4B-42FE-86CF-E99042E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16192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現場執行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照 Run Sheet 控場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24125" y="2971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67250" y="2971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10375" y="2971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2971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C6E87-B6D9-4095-9164-C55ACB0C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907C4-2DB6-43C3-92B5-FC34237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會議後沒有主責、期限、交付物，就不算完成決議。</a:t>
            </a:r>
          </a:p>
        </p:txBody>
      </p:sp>
    </p:spTree>
    <p:extLst>
      <p:ext uri="{BB962C8B-B14F-4D97-AF65-F5344CB8AC3E}">
        <p14:creationId xmlns:p14="http://schemas.microsoft.com/office/powerpoint/2010/main" val="205181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CA211-1962-475F-9241-A55CF76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六個工作組對應六種交付物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5A426-1398-4CFD-A0F3-899477D1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分工不是只填人名，而是每組都要交出可檢查的成果。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53A68-CAAC-4F51-AB5C-6A9C2114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1809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專案統籌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31F0E-17BE-420C-990E-C5EE935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00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總控表、會議節奏、跨組協調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41DB4-A60E-4F9A-A835-36BC895D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809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活動組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FA2EF-3E89-42BD-A386-85BBFB73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86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場地配置圖、撤場清點、電力動線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D2713-F16E-4BE7-9DD8-F5BC0B0E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809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76B1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招商組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415E5-A594-4CF4-8E08-13155CD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71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單位名單、攤位需求、攤商須知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D413A-7EB6-4FAC-8B53-A94570AB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809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941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行銷設計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B0245-78ED-4BC5-A08C-64B0AC9D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57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主視覺、社群素材、廣告投放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01F73-5A62-44D5-A668-D378FE13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809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舞台服務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9705A-C0B4-4952-9995-12BED6A0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43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Run Sheet、主持稿、兌換流程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382F8-56DF-4733-9220-1F1C4E1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809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行政風險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C940B-00FB-44BA-87C8-99244653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29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預算付款、保險、緊急應變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AD2DC-D3A4-44C1-BC3F-856A5744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43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這張投影片可以直接拿來開會點名：每一組今天都要回報自己的缺口。</a:t>
            </a:r>
          </a:p>
        </p:txBody>
      </p:sp>
    </p:spTree>
    <p:extLst>
      <p:ext uri="{BB962C8B-B14F-4D97-AF65-F5344CB8AC3E}">
        <p14:creationId xmlns:p14="http://schemas.microsoft.com/office/powerpoint/2010/main" val="733567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36CD77-3A63-4AE6-867A-98688AF9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活動當天用一條指揮流程控場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D7E1E-71F8-4F07-8E6B-51B7E443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當天所有人看 Run Sheet，但現場回報要集中到總協調，不要多頭指揮。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CC32B-410F-42F2-9D74-BB8A8BE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2667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總指揮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重大事件決策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F6EC-FB03-4B6E-9149-7AB145E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總協調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現場調度中心</a:t>
            </a:r>
          </a:p>
        </p:txBody>
      </p:sp>
      <p:cxnSp>
        <p:nvCxnSpPr>
          <p:cNvPr id="19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2669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3F198-8CFD-476C-9C67-18B0D8F4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0002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舞台組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主持・表演・儀式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FAFCE-68F7-4272-BD02-95DF7FDA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33875"/>
            <a:ext cx="20002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服務台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兌換・摸彩・詢問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6E417-7ECC-43B1-AE1B-A79040D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20002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C76B1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貴賓媒體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接待・巡禮・聯訪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B05B9-FE73-4D96-842F-5EB31271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20002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機動/攤位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人流・撤場・回報</a:t>
            </a:r>
          </a:p>
        </p:txBody>
      </p:sp>
      <p:cxnSp>
        <p:nvCxnSpPr>
          <p:cNvPr id="24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047875" y="3600450"/>
            <a:ext cx="4048125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4572000" y="3600450"/>
            <a:ext cx="1524000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26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3600450"/>
            <a:ext cx="1000125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27" name=""/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600450"/>
            <a:ext cx="3524250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4B092-D63F-4F20-AA9A-0AA7FA0D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578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原則：狀況先回報組長，組長回報總協調，只有重大事件才上到總指揮。</a:t>
            </a:r>
          </a:p>
        </p:txBody>
      </p:sp>
    </p:spTree>
    <p:extLst>
      <p:ext uri="{BB962C8B-B14F-4D97-AF65-F5344CB8AC3E}">
        <p14:creationId xmlns:p14="http://schemas.microsoft.com/office/powerpoint/2010/main" val="1006784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3FD09-731B-4B79-BBCF-BFF3D524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10月2日到10月3日，要照時間線逐段確認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05C8D-1639-4B91-BBD6-54BFFAAD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場佈、進場、彩排、開幕、促銷、撤場，都要有主責與確認物。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31F74-23D4-4AA4-B770-F422F169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24225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FC4FA-283D-4639-9289-F6FAB745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EBE3B-A91A-4515-BF4F-218D385F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10/2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CE26E-D608-42AF-B392-FBD033AD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場佈與設備測試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E121A-3F1E-4AD9-800C-D34AA48A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336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場地增租、舞台、音響、物料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E9CF3-8388-465E-B399-D5E5078C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EE994-A62F-4723-A19D-96A4FBB5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6385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09:00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89247-C609-4802-B3F5-952EF038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會場設備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84955-E113-405B-9EAB-B2486406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桌椅、電力、識別標示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32D00-A1A2-4F29-9C8C-719E59A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74683-87FF-4AAF-9ABA-126A8E91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7167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10:00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5BA4D-805A-4851-8B47-95F2668A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28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單位進場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19E27-0FDD-48DD-A776-142032ED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336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報到、攤位引導、資料袋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A4510-4C1E-4111-B726-95F5BCA7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87D48-4768-4D13-9087-B8716C08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385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12:00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51FB1-82B3-43E5-9981-CA520866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舞台彩排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6E4DD-41B8-4D0D-8A91-BD77017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00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主持稿、表演、啟動儀式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80060-0FC7-40D1-8A21-271E1DD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A4032-D565-43B1-B280-5DF04C7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14:00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6AF20-F993-4B17-9B19-C3575D2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28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市集開始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7B26D-2701-48B5-AB60-4DE308EF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336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開場、致詞、聯訪、巡禮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0B9CF-58C1-46EB-A57D-B2FDDB6F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32CF9-800C-442E-BC48-5E04C809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385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15:00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E6FEB-776C-49A4-960F-419DDC8F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活動推進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A6E2A-3745-4567-A73B-83703CE5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100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表演、即享贈、攤位廣播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166078-7189-4472-A8C8-52B0F31E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D0475-EA33-484B-B9D9-CA1581EB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7167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18:15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04D55-B8C7-4558-964C-2A1787BC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最終摸彩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6658A9-CC0A-4916-92EB-EB190014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336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獎品、簽收、服務台控管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90765D-D480-4E13-9AF3-30244382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1A923-EF67-401B-BABC-BC84B384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6385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19:00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EE4814-D21D-4BC2-848B-FBD32AC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905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撤場復原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10CA2D-F54C-4FB1-86F1-54C252D5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100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清點、垃圾、押金退回</a:t>
            </a:r>
          </a:p>
        </p:txBody>
      </p:sp>
    </p:spTree>
    <p:extLst>
      <p:ext uri="{BB962C8B-B14F-4D97-AF65-F5344CB8AC3E}">
        <p14:creationId xmlns:p14="http://schemas.microsoft.com/office/powerpoint/2010/main" val="714098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12598-A979-48C4-9D14-6058809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今天會議先決定五件事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7861E-E37D-4762-BF93-B352DEB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只要這五件事定下來，總控表就能開始變成真正的執行工具。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3CCE3-BA3D-4D4C-9DEA-769F483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D76FC-8E6A-4698-AE72-68AA283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95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補齊人員分工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59688-57CC-4712-8842-93004898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總指揮、總協調、各組組長與代理人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4D737-EB15-4453-9947-749E6AFA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D4A80-A8B8-42C3-A8E8-003D010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764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確認表單回覆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059F1-3BF6-4E8D-8DE8-81059754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參與單位名單、設備需求、攤位需求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54F04-544B-4639-9A8F-1703CF4F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E1277-EA42-4E33-B85F-CCA1017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57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定場地配置V1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D9E14-A42B-46D6-9A18-E4B28502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舞台、攤位、服務台、卸貨與救護點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C41B6-3AB0-458C-A63F-E1D18E3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9DBF1-8083-40B7-BBBC-1795624D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385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定主視覺路線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3BD6E-F87B-4719-9FC2-E15DBE8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設計師、啟動儀式、輸出物清單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415BA-EED5-4DA7-AD3C-C89569A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E9F53-51EE-4385-84ED-C7043C42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19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定安全與財務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39F92-8B9D-4B99-883F-BEE13F6C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67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保險、押金、尾款、夜間看管</a:t>
            </a:r>
          </a:p>
        </p:txBody>
      </p:sp>
    </p:spTree>
    <p:extLst>
      <p:ext uri="{BB962C8B-B14F-4D97-AF65-F5344CB8AC3E}">
        <p14:creationId xmlns:p14="http://schemas.microsoft.com/office/powerpoint/2010/main" val="518602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3AFDC-0F48-41F5-B139-38B4EF6F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會後的工作方式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44F2B-16A9-467C-BA84-AF6B729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1D5DB"/>
                </a:solidFill>
              </a:defRPr>
            </a:pPr>
            <a:r>
              <a:rPr sz="1800" b="0">
                <a:solidFill>
                  <a:srgbClr val="D1D5DB"/>
                </a:solidFill>
              </a:rPr>
              <a:t>大家不是各自記待辦，而是一起維護同一份總控表。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B45EF-C6A4-4DF0-A05B-7097AB53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5241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12_任務清單匯入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同仁逐項更新進度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D7EE-1B31-4F46-9723-CB7ACD7E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5241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02_總控甘特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主管看關鍵期限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6F28C-0CB9-4337-B409-AE1D61FD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5241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C76B1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11_會議待辦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每次會議追決議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67125" y="321945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86625" y="321945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8"/>
            </a:solidFill>
            <a:prstDash val="solid"/>
            <a:headEnd type="arrow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BCD96-53B5-4EEE-B473-16A200B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下一次會議只看三件事：逾期、待確認、需要主管決策。</a:t>
            </a:r>
          </a:p>
        </p:txBody>
      </p:sp>
    </p:spTree>
    <p:extLst>
      <p:ext uri="{BB962C8B-B14F-4D97-AF65-F5344CB8AC3E}">
        <p14:creationId xmlns:p14="http://schemas.microsoft.com/office/powerpoint/2010/main" val="1198348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2026-07-03T01:59:54.6810000Z</dcterms:created>
  <dcterms:modified xsi:type="dcterms:W3CDTF">2026-07-03T01:59:54.6810000Z</dcterms:modified>
</coreProperties>
</file>