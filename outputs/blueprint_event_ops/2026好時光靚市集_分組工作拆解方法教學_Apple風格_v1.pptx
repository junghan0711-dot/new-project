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6"/>
    <p:sldId id="258" r:id="rId5"/>
    <p:sldId id="259" r:id="rId4"/>
    <p:sldId id="260" r:id="rId3"/>
    <p:sldId id="261" r:id="rId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notesMasterIdLst>
    <p:notesMasterId r:id="rId8"/>
  </p:notesMasterIdLst>
  <p:sldSz cx="12191999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9164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把工作想細，
不是靠提醒。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749039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是靠方法。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25780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2026好時光・靚市集｜分組工作拆解教學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9164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我們今天要練的，
不是填表。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是把腦中的工作，整理成別人可以接手的工作。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49808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五種方法，讓細節浮出來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65960"/>
            <a:ext cx="2148840" cy="278892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216712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60904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KJ 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82112"/>
            <a:ext cx="169164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先大量寫，再分類命名。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965960"/>
            <a:ext cx="2148840" cy="278892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200400" y="216712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60904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情境走讀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182112"/>
            <a:ext cx="169164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從使用者的一天走一遍。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965960"/>
            <a:ext cx="2148840" cy="278892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486400" y="216712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660904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倒推法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182112"/>
            <a:ext cx="169164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從活動日往前推到今天。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965960"/>
            <a:ext cx="2148840" cy="278892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772400" y="216712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660904"/>
            <a:ext cx="1691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風險預演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182112"/>
            <a:ext cx="169164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先假設出包，再找防線。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1965960"/>
            <a:ext cx="1691640" cy="278892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058400" y="216712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660904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交付物與依賴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182112"/>
            <a:ext cx="123444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確認誰等誰、交什麼。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132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方法 01｜KJ 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78992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先把腦中的細節倒出來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920240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例：活動組不要只寫「舞台組」，先寫出所有可能發生的小事。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88920"/>
            <a:ext cx="3383280" cy="233172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97280" y="299008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83863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一張便利貼一件事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05072"/>
            <a:ext cx="292608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主持稿版本、表演團隊進場、音響測試、貴賓稱謂、開幕合照、摸彩 cue 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88920"/>
            <a:ext cx="3383280" cy="233172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663440" y="299008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83863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把相似事情群聚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05072"/>
            <a:ext cx="292608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舞台流程、貴賓接待、媒體畫面、現場彩排、突發狀況。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788920"/>
            <a:ext cx="3383280" cy="233172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0" y="299008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命名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83863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每一群變成工作包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005072"/>
            <a:ext cx="2926080" cy="10332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例如：舞台彩排包、貴賓接待包、主持稿審核包。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49808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KJ 法現場怎麼帶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664208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15 分鐘就能看出每組漏了什麼。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3 分鐘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1460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安靜寫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51460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每人至少寫 8-10 張，不討論、不批評。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5 分鐘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06324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貼上牆面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06324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同類貼在一起，把模糊詞拆開。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5 分鐘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61188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分群命名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61188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每一群命名成工作包，而不是抽象概念。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2 分鐘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16052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選前三項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16052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每組挑出最容易出包、最需要跨組協調的三群。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132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方法 02｜情境走讀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78992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從人的路線，找出工作細節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920240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例：招商組用「攤商到場」走一次，就會發現停車、卸貨、報到、撤場都要拆。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攤商 10:00 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74320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車停哪裡？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320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誰給停車資訊，停車費怎麼處理，卸貨可停多久。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進場報到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33756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找誰報到？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33756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資料袋、攤位圖、營收表、設備需求確認。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找不到位置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3192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誰處理？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93192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現場聯絡人、備用攤位圖、對講機通報。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撤場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52628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怎麼離場？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52628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垃圾、設備、營收表回收、車輛動線。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49808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四種視角都要走讀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148840"/>
            <a:ext cx="246888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97280" y="235000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民眾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43784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來逛的人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64992"/>
            <a:ext cx="201168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入口、導覽、打卡、兌獎、排隊、廁所、離場。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148840"/>
            <a:ext cx="246888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749039" y="235000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攤商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843784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來擺攤的人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364992"/>
            <a:ext cx="201168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通知、進場、卸貨、設備、營收、撤場。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48840"/>
            <a:ext cx="246888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0" y="235000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長官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43784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來視察的人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64992"/>
            <a:ext cx="201168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抵達、致詞、合照、巡禮、媒體聯訪。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148840"/>
            <a:ext cx="246888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052560" y="235000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媒體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843784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來採訪的人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364992"/>
            <a:ext cx="201168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採訪角度、畫面、受訪者、新聞資料包。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132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方法 03｜倒推法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78992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從活動當天往前推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920240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例：服務台如果 10/3 要順利兌獎，就不能 10/2 才想規則。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10/3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服務台順利兌獎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9748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人員知道規則，民眾排隊不塞，獎品簽收完整。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9/25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4612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工作人員演練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24612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用假情境測試一次：集點、扭蛋、摸彩、分享禮。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9/18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9476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物料到位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79476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兌換券、簽收表、指示牌、獎品分類、備用筆。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4340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9/10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34340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規則定稿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34340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兌換條件、限制、例外狀況、誰有決定權。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8/30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89204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流程初版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9204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畫出民眾從排隊到領獎的動線。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41732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倒推法的關鍵問題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如果那一天要順利，
今天以前必須完成什麼？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89204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不是問什麼時候開始，而是問最晚不能晚於哪一天。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132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方法 04｜風險預演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78992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先假設出包，再反推防線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920240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例：服務台爆掉，不一定是人不夠，可能是規則不清、標示不足、獎品保管混亂。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43200"/>
            <a:ext cx="3337560" cy="237744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97280" y="294436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如果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38144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民眾排隊塞住入口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59352"/>
            <a:ext cx="28803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可能原因：兌換流程太慢、指示牌不清、服務台位置不對。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43200"/>
            <a:ext cx="3337560" cy="237744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663440" y="294436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所以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38144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要先設防線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959352"/>
            <a:ext cx="28803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分流排隊、規則圖卡、服務台前置演練、現場機動人力。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743200"/>
            <a:ext cx="3337560" cy="237744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0" y="294436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最後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38144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寫回總控表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959352"/>
            <a:ext cx="28803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風險、預防措施、發生時誰決策、誰通報。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132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方法 05｜交付物檢查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78992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沒有交付物，就不算完成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920240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例：「聯繫表演團隊」不是完成；完成要能交出一包可執行資料。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不是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5176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聯繫表演團隊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5176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這只是一個動作，無法判斷是否真的完成。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要變成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24612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表演團隊確認包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24612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報價、演出時間、進場時間、設備需求、聯絡人、付款資料。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再補上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84048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舞台銜接資料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84048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主持稿 cue 點、彩排時間、走位需求、音控注意事項。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完成標準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43484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佩妏確認 + 怡文知道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43484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若要給分署或長官看，也要寫審核節點。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49808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跨組依賴：誰等誰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664208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每組最後都要列兩欄：我需要什麼，我會交出什麼。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377440"/>
            <a:ext cx="324612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097280" y="257860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招商組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7238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給別人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93592"/>
            <a:ext cx="278892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廠商名單、攤位需求、卸貨需求、商品亮點。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377440"/>
            <a:ext cx="324612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709160" y="257860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行銷設計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07238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需要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593592"/>
            <a:ext cx="278892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廠商故事、主視覺方向、活動亮點、長官審稿時間。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377440"/>
            <a:ext cx="3246120" cy="25146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321040" y="257860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活動組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7238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接住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593592"/>
            <a:ext cx="278892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舞台流程、貴賓動線、攝影畫面、現場 cue 點。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55448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每組今天的任務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15468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不是把工作變多，
是把模糊的工作變清楚。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8348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清楚了，才知道誰要幫誰。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49808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今天的分組練習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1664208"/>
            <a:ext cx="10149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每組用 25 分鐘，把一項工作拆成可以回填總控表的工作包。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5 分鐘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2316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KJ 法發散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42316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每人寫出自己想到的細節，一張一件事。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5 分鐘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97180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分群命名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97180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把便利貼整理成 3-5 個工作包。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5 分鐘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2044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情境走讀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2044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選一個角色，把活動前中後走一遍。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5 分鐘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06908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倒推與風險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06908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標出最晚日期、審核點與可能出包處。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5 分鐘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61772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回填總控表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61772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補上交付物、前置依賴、協作人、需協助事項。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49808"/>
            <a:ext cx="105156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每組最後要交出這一頁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011680"/>
            <a:ext cx="3246120" cy="29718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97280" y="221284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0662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三個新增工作包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27832"/>
            <a:ext cx="278892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例如：攤商進場包、服務台兌獎包、貴賓媒體包。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46120" cy="29718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709160" y="221284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70662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每包的完成標準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227832"/>
            <a:ext cx="278892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交付物、審核人、完成日、需要誰協作。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011680"/>
            <a:ext cx="3246120" cy="2971800"/>
          </a:xfrm>
          <a:prstGeom prst="roundRect">
            <a:avLst/>
          </a:prstGeom>
          <a:solidFill>
            <a:srgbClr val="F5F5F7"/>
          </a:solidFill>
          <a:ln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321040" y="221284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71E3"/>
                </a:solidFill>
                <a:latin typeface="PingFang TC"/>
                <a:ea typeface="PingFang TC"/>
                <a:cs typeface="PingFang TC"/>
              </a:rPr>
              <a:t>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706624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1D1F"/>
                </a:solidFill>
                <a:latin typeface="PingFang TC"/>
                <a:ea typeface="PingFang TC"/>
                <a:cs typeface="PingFang TC"/>
              </a:rPr>
              <a:t>兩個跨組需求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27832"/>
            <a:ext cx="278892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6868B"/>
                </a:solidFill>
                <a:latin typeface="PingFang TC"/>
                <a:ea typeface="PingFang TC"/>
                <a:cs typeface="PingFang TC"/>
              </a:rPr>
              <a:t>我需要別組給我什麼；我會影響誰。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6596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寫到別人可以照著做。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88620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這才叫總控。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4924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EBEC3"/>
                </a:solidFill>
                <a:latin typeface="PingFang TC"/>
                <a:ea typeface="PingFang TC"/>
                <a:cs typeface="PingFang TC"/>
              </a:rPr>
              <a:t>2026好時光・靚市集｜分組工作拆解練習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風格簡報範本</dc:title>
  <dc:subject>PptxGenJS Presentation</dc:subject>
  <dc:creator>簡周設計</dc:creator>
  <cp:lastModifiedBy>簡周設計</cp:lastModifiedBy>
  <cp:revision>1</cp:revision>
  <dcterms:created xsi:type="dcterms:W3CDTF">2026-06-12T00:56:25Z</dcterms:created>
  <dcterms:modified xsi:type="dcterms:W3CDTF">2026-06-12T00:56:25Z</dcterms:modified>
</cp:coreProperties>
</file>