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8"/>
  </p:notesMasterIdLst>
  <p:sldSz cx="12191999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874519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把總控表變成
真正能執行的工作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977639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2026好時光・靚市集｜今日工作會議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69164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今天不是報進度。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33756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今天要把每一件事拆到能交辦、能審核、能倒推。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目前總控表狀態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14884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項任務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8862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已完成 1｜進行中 14｜未開始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00200"/>
            <a:ext cx="4206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真正的風險不是任務多，
是任務還沒有拆到可執行。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今天只處理三件事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057400"/>
            <a:ext cx="3246120" cy="29718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277063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3355848"/>
            <a:ext cx="2743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各組負責人、協作人、替補人是否明確。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46120" cy="29718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736592" y="22860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77063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3355848"/>
            <a:ext cx="2743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每項任務的交付物、審核點與下一步是否清楚。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057400"/>
            <a:ext cx="3246120" cy="29718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348471" y="22860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77063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3355848"/>
            <a:ext cx="2743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近截止事項是否有倒推時程與決策期限。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73736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人可以兼任，
責任不能混在一起。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06908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今天先把分組邊界講清楚。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人少，就分五組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8288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組別少一點，但工作屬性要乾淨。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214884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87552" y="24688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953512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總控行政與風險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538728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決策、進度、錢、人力、保險、保全、結案。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240280"/>
            <a:ext cx="214884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227832" y="24688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953512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場地攤商與物流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3538728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場地、停車、卸貨、攤位、廠商旅程。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240280"/>
            <a:ext cx="214884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68112" y="24688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953512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典禮節目與貴賓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3538728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開幕、主持、表演、Run Sheet、接待。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240280"/>
            <a:ext cx="214884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708392" y="24688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953512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行銷媒體與素材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3538728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視覺、社群、新聞稿、攝影、曝光。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240280"/>
            <a:ext cx="178308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948672" y="24688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953512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民眾服務與促銷互動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3538728"/>
            <a:ext cx="1280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兌獎、扭蛋、摸彩、諮詢、排隊。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用工作屬性，而不是用習慣分組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8288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每件事先問：它屬於哪一種工作？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總控行政與風險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23317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怡文 / 玟樺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331720"/>
            <a:ext cx="53035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總控表、會議追蹤、預算、採購、保險、保全、工讀生、結案。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場地攤商與物流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9260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926080"/>
            <a:ext cx="53035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場地配置、停車卸貨、廠商名單、攤位分配、攤商須知、廠商核銷。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典禮節目與貴賓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佩妏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520440"/>
            <a:ext cx="53035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啟動儀式、主持人、表演團隊、Run Sheet、貴賓名單、合照聯訪。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行銷媒體與素材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114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玟樺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114800"/>
            <a:ext cx="53035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主視覺、海報、社群、新聞稿、戶外廣告、攝影、短影音。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民眾服務與促銷互動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7091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709160"/>
            <a:ext cx="53035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服務台、集點、扭蛋、摸彩、分享禮、獎品保管、排隊動線；莞蓉協作/備援。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今天要討論的是邊界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8288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不是重新分誰比較重要，而是讓主責清楚、交接清楚。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3246120" cy="27432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24712" y="23774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86207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同類工作放一起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447288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場地與停車卸貨放一起；舞台與主持表演放一起；宣傳與媒體素材放一起。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48840"/>
            <a:ext cx="3246120" cy="27432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736592" y="23774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86207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每件事只有一個主責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447288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跨組協作可以很多，但不能三組共同模糊負責。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246120" cy="27432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348471" y="23774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86207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高風險任務要有第二人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3447288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人可以兼任，但保險、停車、兌獎、新聞稿、貴賓接待都要有備援。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先看到兩個工作量風險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8288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五組制可以精簡組別，但要避免少數人被壓垮。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51460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場地攤商 + 民眾互動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251460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回到上一版主責規劃，但要確認柏升、怡君、莞蓉、巧筑或 PT 如何分擔。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玟樺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24612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行政風險 + 行銷設計 + 新聞稿 + 物料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24612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今天要確認哪些任務需要佩妏、怡文或外部廠商協作。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莞蓉 / 巧筑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77639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服務台協作與備援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977639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不是整組主責，而是協助兌獎規則、獎品保管、排隊動線與現場支援。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全體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70916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高風險任務第二人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7091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停車卸貨、廠商名單、啟動儀式、新聞稿、兌獎規則、保險保全都要有備援。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再確認誰負責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002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若人沒有定，後面的表都只是漂亮的空格。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怡文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51460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總控行政與風險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251460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總控表、預算整合、工作手冊、跨組協調、成果報告。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06324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場地攤商與物流 / 民眾服務與促銷互動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06324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廠商、攤位、停車卸貨、獎品、服務台規則。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佩妏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1188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典禮節目與貴賓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61188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啟動儀式、貴賓名單、主持表演、Run Sheet、攝影協作。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玟樺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16052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行政風險 / 行銷媒體與素材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16052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保險保全、工讀生、宣傳素材、新聞稿、物料。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莞蓉 / 巧筑 / 柏升 / 怡君 / 昱碩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70916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第二人與現場協作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7091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服務台支援、扭蛋商品、攤位組、長官貴賓接待。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本週必須決定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002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7/10 到 7/15 的黃燈事項，今天不能只說「再確認」。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怡文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46888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組織與分工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246888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各組組長今天確認職掌是否需調整。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佩妏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97180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啟動儀式 / 貴賓名單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97180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何時送科長裁示，裁示前要交什麼方案。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玟樺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7472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保險與保全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47472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龍邦保全外是否再比價，誰比、何時回。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977639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停車與卸貨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977639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城市車旅資訊、廠商繳費協助流程、卸貨動線。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佩妏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8056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表演與主持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4805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茶山飛鄒鼓後，中場表演與主持人聯繫期限。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莞婷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983480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25 家廠商名單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98348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7/14 篩選標準、7/15 送分署承辦檢閱版本。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82880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每一個「待確認」
都要變成一個日期。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977639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不然它就會在活動前一週變成風險。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跨組依賴要攤開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93392"/>
            <a:ext cx="3246120" cy="306324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124712" y="222199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27066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廠商名單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329184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影響攤位配置、宣傳素材、新聞稿故事、停車卸貨。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93392"/>
            <a:ext cx="3246120" cy="306324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736592" y="222199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7066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啟動儀式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329184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影響舞台流程、貴賓接待、主持稿、媒體畫面。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993392"/>
            <a:ext cx="3246120" cy="306324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348471" y="222199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7066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場地動線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329184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影響救護站、服務台、攤商進撤場、人潮疏散。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新聞稿只是範例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002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重點不是新聞稿本身，而是每項工作都要用同樣方式拆。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2514600" cy="242316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24712" y="2560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304495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30168"/>
            <a:ext cx="201168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什麼時候初稿、送審、定稿、發布。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331720"/>
            <a:ext cx="2514600" cy="242316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867912" y="2560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304495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2" y="3630168"/>
            <a:ext cx="201168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誰主責、誰協作、誰最後審核。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31720"/>
            <a:ext cx="2514600" cy="242316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11112" y="2560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304495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630168"/>
            <a:ext cx="201168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最後要交什麼檔案、表單或決議。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31720"/>
            <a:ext cx="2240280" cy="242316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354311" y="2560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1" y="30449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1" y="3630168"/>
            <a:ext cx="173736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如果延誤，會卡住誰。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會後 24 小時內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002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每組回到總控表，補齊這七欄。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4231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交付物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231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審核節點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4231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前置依賴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需協助｜最晚完成日｜延誤影響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64592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總控表不是紀錄。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4612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它是讓每個人知道下一步怎麼做的工作系統。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61772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今天，請把它補到可以執行。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風格簡報範本</dc:title>
  <dc:subject>PptxGenJS Presentation</dc:subject>
  <dc:creator>簡周設計</dc:creator>
  <cp:lastModifiedBy>簡周設計</cp:lastModifiedBy>
  <cp:revision>1</cp:revision>
  <dcterms:created xsi:type="dcterms:W3CDTF">2026-06-12T00:56:25Z</dcterms:created>
  <dcterms:modified xsi:type="dcterms:W3CDTF">2026-06-12T00:56:25Z</dcterms:modified>
</cp:coreProperties>
</file>